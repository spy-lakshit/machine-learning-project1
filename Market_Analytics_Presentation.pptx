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Precision Market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Hybrid Customer Segmentation &amp; Localized Sales Forecasting</a:t>
            </a:r>
          </a:p>
          <a:p/>
          <a:p>
            <a:r>
              <a:t>Presented by</a:t>
            </a:r>
          </a:p>
          <a:p>
            <a:r>
              <a:t>Lakshit Vashishtha, 6th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platforms struggle with "one-size-fits-all" marketing.</a:t>
            </a:r>
          </a:p>
          <a:p>
            <a:r>
              <a:t>Customer spending habits are highly non-linear (e.g., middle-income groups might prioritize savings, while low and high-income groups spend differently).</a:t>
            </a:r>
          </a:p>
          <a:p>
            <a:r>
              <a:t>Standard linear regression fails to capture these local market nuances.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two-phase machine learning pipeline for retail data.</a:t>
            </a:r>
          </a:p>
          <a:p>
            <a:r>
              <a:t>Phase 1: Group customers into distinct behavioral segments to target them effectively.</a:t>
            </a:r>
          </a:p>
          <a:p>
            <a:r>
              <a:t>Phase 2: Predict future spending scores based on localized income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Retail Customer Data (Annual Income, Spending Score).</a:t>
            </a:r>
          </a:p>
          <a:p>
            <a:r>
              <a:t>Clustering Algorithms: K-Means (Hard clustering) and Expectation-Maximization (EM / Gaussian Mixture - Soft clustering).</a:t>
            </a:r>
          </a:p>
          <a:p>
            <a:r>
              <a:t>Regression Algorithm: Locally Weighted Regression (LWR).</a:t>
            </a:r>
          </a:p>
          <a:p>
            <a:r>
              <a:t>Tools: Python, Pandas, Scikit-Learn, Matplotlib.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Locally Weighted Regression (LWR)?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Unlike standard linear regression which draws a single straight line, LWR is non-parametric.</a:t>
            </a:r>
          </a:p>
          <a:p>
            <a:r>
              <a:t>It applies a bandwidth parameter (tau) to give more weight to training data near the query point.</a:t>
            </a:r>
          </a:p>
          <a:p>
            <a:r>
              <a:t>Result: A flexible curve that perfectly maps real-world consumer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side-by-side Matplotlib charts here: The 3 K-Means clusters on the left, and the curving LWR prediction line on the right]</a:t>
            </a:r>
          </a:p>
          <a:p>
            <a:r>
              <a:t>Highlight how EM algorithm clustering handles overlapping data probabilities compared to strict K-Means boundaries.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Impact: Allows marketing teams to run targeted ad campaigns and accurately forecast revenue.</a:t>
            </a:r>
          </a:p>
          <a:p>
            <a:r>
              <a:t>Future Work: Integrate ID3 Decision Trees to automatically generate readable business rules for each customer segment.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